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SWIM Design Proposals – High-Level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Concise PowerPoint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Model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 architectural approaches:</a:t>
            </a:r>
          </a:p>
          <a:p>
            <a:r>
              <a:t>- Current Design</a:t>
            </a:r>
          </a:p>
          <a:p>
            <a:r>
              <a:t>- Plugin-Based Design</a:t>
            </a:r>
          </a:p>
          <a:p>
            <a:r>
              <a:t>- Nornir + NAPALM Design</a:t>
            </a:r>
          </a:p>
          <a:p>
            <a:r>
              <a:t>- pyATS/Genie Design</a:t>
            </a:r>
          </a:p>
          <a:p>
            <a:r>
              <a:t>- Hybrid Modular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Simple, platform-separated modules</a:t>
            </a:r>
          </a:p>
          <a:p>
            <a:r>
              <a:t>• Clear boundaries, easy to understand</a:t>
            </a:r>
          </a:p>
          <a:p>
            <a:r>
              <a:t>• Tradeoff: code duplication, limited abstraction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Plugin-Based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Inspired by Ansible/Nornir plugin patterns</a:t>
            </a:r>
          </a:p>
          <a:p>
            <a:r>
              <a:t>• Actions, validators, parsers, platforms as plugins</a:t>
            </a:r>
          </a:p>
          <a:p>
            <a:r>
              <a:t>• High extensibility; declarative workflows</a:t>
            </a:r>
          </a:p>
          <a:p>
            <a:r>
              <a:t>• Tradeoff: more abstraction &amp; complexity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Nornir + NAPALM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Multi-threaded execution via Nornir</a:t>
            </a:r>
          </a:p>
          <a:p>
            <a:r>
              <a:t>• NAPALM provides vendor-neutral abstractions</a:t>
            </a:r>
          </a:p>
          <a:p>
            <a:r>
              <a:t>• Strong for multi-device automation</a:t>
            </a:r>
          </a:p>
          <a:p>
            <a:r>
              <a:t>• Tradeoff: some vendors require custom drivers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pyATS/Genie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Test-driven approach with rich parsers</a:t>
            </a:r>
          </a:p>
          <a:p>
            <a:r>
              <a:t>• Automated state validation + diffing</a:t>
            </a:r>
          </a:p>
          <a:p>
            <a:r>
              <a:t>• Best for validation-heavy workflows</a:t>
            </a:r>
          </a:p>
          <a:p>
            <a:r>
              <a:t>• Tradeoff: verbose, Cisco-focused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Modular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Enhances current model with Netmiko, TextFSM, Pydantic</a:t>
            </a:r>
          </a:p>
          <a:p>
            <a:r>
              <a:t>• Minimal refactor; keeps simplicity</a:t>
            </a:r>
          </a:p>
          <a:p>
            <a:r>
              <a:t>• Optional Nornir integration</a:t>
            </a:r>
          </a:p>
          <a:p>
            <a:r>
              <a:t>• Tradeoff: not as abstract as plugin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Current: Simple, limited scalability</a:t>
            </a:r>
          </a:p>
          <a:p>
            <a:r>
              <a:t>• Plugin: Highly extensible</a:t>
            </a:r>
          </a:p>
          <a:p>
            <a:r>
              <a:t>• Nornir: Best for scale + multi-device</a:t>
            </a:r>
          </a:p>
          <a:p>
            <a:r>
              <a:t>• pyATS: Best for validation</a:t>
            </a:r>
          </a:p>
          <a:p>
            <a:r>
              <a:t>• Hybrid: Best immediate upgrade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Short-term: Hybrid Design</a:t>
            </a:r>
          </a:p>
          <a:p>
            <a:r>
              <a:t>Long-term scaling: Nornir or Plugin-Based Design</a:t>
            </a:r>
          </a:p>
          <a:p>
            <a:r>
              <a:t>Validation-heavy environments: pyATS/Genie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